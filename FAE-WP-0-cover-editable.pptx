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ae-github-site/assets/campus.jpg">    </p:cNvPr>
          <p:cNvPicPr>
            <a:picLocks noChangeAspect="1"/>
          </p:cNvPicPr>
          <p:nvPr/>
        </p:nvPicPr>
        <p:blipFill>
          <a:blip r:embed="rId1"/>
          <a:srcRect l="56000" r="22125" t="2000" b="2000"/>
          <a:stretch/>
        </p:blipFill>
        <p:spPr>
          <a:xfrm>
            <a:off x="4773168" y="0"/>
            <a:ext cx="2788920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45152" y="0"/>
            <a:ext cx="109728" cy="10689336"/>
          </a:xfrm>
          <a:prstGeom prst="rect">
            <a:avLst/>
          </a:prstGeom>
          <a:solidFill>
            <a:srgbClr val="C83F43"/>
          </a:solidFill>
          <a:ln w="12700">
            <a:solidFill>
              <a:srgbClr val="C83F43">
                <a:alpha val="0"/>
              </a:srgbClr>
            </a:solidFill>
            <a:prstDash val="solid"/>
          </a:ln>
        </p:spPr>
      </p:sp>
      <p:pic>
        <p:nvPicPr>
          <p:cNvPr id="4" name="Image 1" descr="/mnt/data/fae-github-site/assets/fae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731520"/>
            <a:ext cx="4069080" cy="685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47472" y="231343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WORKING PAPER SERIES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347472" y="2706624"/>
            <a:ext cx="3977640" cy="0"/>
          </a:xfrm>
          <a:prstGeom prst="line">
            <a:avLst/>
          </a:prstGeom>
          <a:noFill/>
          <a:ln w="14605">
            <a:solidFill>
              <a:srgbClr val="C83F43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47472" y="3200400"/>
            <a:ext cx="3840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Generalized Bayesian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Composite Quantile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Regression with an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to Equity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Premium Forecasting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347472" y="5897880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FAE Working Paper No. 0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47472" y="6419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21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Nicolás Hardy and Dimitris Korobilis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347472" y="7205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1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September 2026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347472" y="94823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D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Facultad de Administración y Economía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2D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 Diego Portales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47472" y="10012680"/>
            <a:ext cx="603504" cy="73152"/>
          </a:xfrm>
          <a:prstGeom prst="rect">
            <a:avLst/>
          </a:prstGeom>
          <a:solidFill>
            <a:srgbClr val="C83F43"/>
          </a:solidFill>
          <a:ln w="12700">
            <a:solidFill>
              <a:srgbClr val="C83F4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Universidad Diego Portales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FAE Working Paper No. 0 cover</dc:title>
  <dc:subject>FAE Working Paper Series cover</dc:subject>
  <dc:creator>FAE UDP</dc:creator>
  <cp:lastModifiedBy>FAE UDP</cp:lastModifiedBy>
  <cp:revision>1</cp:revision>
  <dcterms:created xsi:type="dcterms:W3CDTF">2026-09-25T17:39:39Z</dcterms:created>
  <dcterms:modified xsi:type="dcterms:W3CDTF">2026-09-25T17:39:39Z</dcterms:modified>
</cp:coreProperties>
</file>