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ae-github-site/assets/campus.jpg">    </p:cNvPr>
          <p:cNvPicPr>
            <a:picLocks noChangeAspect="1"/>
          </p:cNvPicPr>
          <p:nvPr/>
        </p:nvPicPr>
        <p:blipFill>
          <a:blip r:embed="rId1"/>
          <a:srcRect l="56000" r="22125" t="2000" b="2000"/>
          <a:stretch/>
        </p:blipFill>
        <p:spPr>
          <a:xfrm>
            <a:off x="4773168" y="0"/>
            <a:ext cx="2788920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5152" y="0"/>
            <a:ext cx="109728" cy="10689336"/>
          </a:xfrm>
          <a:prstGeom prst="rect">
            <a:avLst/>
          </a:prstGeom>
          <a:solidFill>
            <a:srgbClr val="C83F43"/>
          </a:solidFill>
          <a:ln w="12700">
            <a:solidFill>
              <a:srgbClr val="C83F43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1" descr="/mnt/data/fae-github-site/assets/fae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566928"/>
            <a:ext cx="3429000" cy="12741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7472" y="23134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PAPER SERIES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347472" y="2706624"/>
            <a:ext cx="3977640" cy="0"/>
          </a:xfrm>
          <a:prstGeom prst="line">
            <a:avLst/>
          </a:prstGeom>
          <a:noFill/>
          <a:ln w="14605">
            <a:solidFill>
              <a:srgbClr val="C83F43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347472" y="3200400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3000" b="1">
                <a:latin typeface="Aptos Display"/>
              </a:rPr>
              <a:t>Forecasting Oil Prices</a:t>
            </a:r>
            <a:endParaRPr lang="en-US" sz="3000" dirty="0"/>
          </a:p>
          <a:p>
            <a:r>
              <a:rPr sz="3000" b="1">
                <a:latin typeface="Aptos Display"/>
              </a:rPr>
              <a:t>Across the Distribution:</a:t>
            </a:r>
          </a:p>
          <a:p>
            <a:r>
              <a:rPr sz="3000" b="1">
                <a:latin typeface="Aptos Display"/>
              </a:rPr>
              <a:t>A Quantile VAR Approach</a:t>
            </a:r>
          </a:p>
        </p:txBody>
      </p:sp>
      <p:sp>
        <p:nvSpPr>
          <p:cNvPr id="8" name="Text 4"/>
          <p:cNvSpPr/>
          <p:nvPr/>
        </p:nvSpPr>
        <p:spPr>
          <a:xfrm>
            <a:off x="347472" y="5897880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latin typeface="Aptos Display"/>
              </a:rPr>
              <a:t>FAE Working Paper No. 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7472" y="6419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50">
                <a:latin typeface="Aptos"/>
              </a:rPr>
              <a:t>Hilde C. Bjørnland, Nicolás Hardy and Dimitris Korobilis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47472" y="7205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50">
                <a:latin typeface="Aptos"/>
              </a:rPr>
              <a:t>25 September 2026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47472" y="9482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D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Facultad de Administración y Economía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2D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Diego Portales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7472" y="10012680"/>
            <a:ext cx="603504" cy="73152"/>
          </a:xfrm>
          <a:prstGeom prst="rect">
            <a:avLst/>
          </a:prstGeom>
          <a:solidFill>
            <a:srgbClr val="C83F43"/>
          </a:solidFill>
          <a:ln w="12700">
            <a:solidFill>
              <a:srgbClr val="C83F43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Universidad Diego Portales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FAE Working Paper No. 0 cover</dc:title>
  <dc:subject>FAE Working Paper Series cover</dc:subject>
  <dc:creator>FAE UDP</dc:creator>
  <cp:lastModifiedBy>FAE UDP</cp:lastModifiedBy>
  <cp:revision>1</cp:revision>
  <dcterms:created xsi:type="dcterms:W3CDTF">2026-09-25T17:39:39Z</dcterms:created>
  <dcterms:modified xsi:type="dcterms:W3CDTF">2026-09-25T17:39:39Z</dcterms:modified>
</cp:coreProperties>
</file>